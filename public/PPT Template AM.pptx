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86" r:id="rId6"/>
    <p:sldId id="262" r:id="rId7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4613"/>
  </p:normalViewPr>
  <p:slideViewPr>
    <p:cSldViewPr>
      <p:cViewPr varScale="1">
        <p:scale>
          <a:sx n="61" d="100"/>
          <a:sy n="61" d="100"/>
        </p:scale>
        <p:origin x="912" y="3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 Dos Santos - (OUTERJOIN)" userId="622937de-b148-4a02-aaf3-8ee66594b055" providerId="ADAL" clId="{1824EFC0-EA88-4B8E-AA18-A56E28565D75}"/>
    <pc:docChg chg="undo custSel addSld delSld modSld sldOrd">
      <pc:chgData name="Carl Dos Santos - (OUTERJOIN)" userId="622937de-b148-4a02-aaf3-8ee66594b055" providerId="ADAL" clId="{1824EFC0-EA88-4B8E-AA18-A56E28565D75}" dt="2026-03-28T19:54:45.035" v="9" actId="478"/>
      <pc:docMkLst>
        <pc:docMk/>
      </pc:docMkLst>
      <pc:sldChg chg="delSp mod">
        <pc:chgData name="Carl Dos Santos - (OUTERJOIN)" userId="622937de-b148-4a02-aaf3-8ee66594b055" providerId="ADAL" clId="{1824EFC0-EA88-4B8E-AA18-A56E28565D75}" dt="2026-03-28T19:54:45.035" v="9" actId="478"/>
        <pc:sldMkLst>
          <pc:docMk/>
          <pc:sldMk cId="0" sldId="256"/>
        </pc:sldMkLst>
        <pc:spChg chg="del">
          <ac:chgData name="Carl Dos Santos - (OUTERJOIN)" userId="622937de-b148-4a02-aaf3-8ee66594b055" providerId="ADAL" clId="{1824EFC0-EA88-4B8E-AA18-A56E28565D75}" dt="2026-03-28T19:54:45.035" v="9" actId="478"/>
          <ac:spMkLst>
            <pc:docMk/>
            <pc:sldMk cId="0" sldId="256"/>
            <ac:spMk id="14" creationId="{1D26A5D0-2C59-DBDC-F21E-FEF0BE2A199B}"/>
          </ac:spMkLst>
        </pc:spChg>
      </pc:sldChg>
      <pc:sldChg chg="add del">
        <pc:chgData name="Carl Dos Santos - (OUTERJOIN)" userId="622937de-b148-4a02-aaf3-8ee66594b055" providerId="ADAL" clId="{1824EFC0-EA88-4B8E-AA18-A56E28565D75}" dt="2026-03-28T19:54:20.879" v="3" actId="47"/>
        <pc:sldMkLst>
          <pc:docMk/>
          <pc:sldMk cId="0" sldId="262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4253107202" sldId="263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214082242" sldId="264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3323267458" sldId="265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3548856330" sldId="266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1794750454" sldId="267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2158600301" sldId="268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689967710" sldId="269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2686504087" sldId="271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1749689137" sldId="272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553908980" sldId="273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3061244002" sldId="274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3816429659" sldId="275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2388021003" sldId="281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3900231508" sldId="282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217423163" sldId="283"/>
        </pc:sldMkLst>
      </pc:sldChg>
      <pc:sldChg chg="add del">
        <pc:chgData name="Carl Dos Santos - (OUTERJOIN)" userId="622937de-b148-4a02-aaf3-8ee66594b055" providerId="ADAL" clId="{1824EFC0-EA88-4B8E-AA18-A56E28565D75}" dt="2026-03-28T19:54:27.056" v="4" actId="47"/>
        <pc:sldMkLst>
          <pc:docMk/>
          <pc:sldMk cId="446804621" sldId="284"/>
        </pc:sldMkLst>
      </pc:sldChg>
      <pc:sldChg chg="del ord">
        <pc:chgData name="Carl Dos Santos - (OUTERJOIN)" userId="622937de-b148-4a02-aaf3-8ee66594b055" providerId="ADAL" clId="{1824EFC0-EA88-4B8E-AA18-A56E28565D75}" dt="2026-03-28T19:54:11.821" v="1" actId="47"/>
        <pc:sldMkLst>
          <pc:docMk/>
          <pc:sldMk cId="1888757434" sldId="285"/>
        </pc:sldMkLst>
      </pc:sldChg>
      <pc:sldChg chg="delSp modSp mod">
        <pc:chgData name="Carl Dos Santos - (OUTERJOIN)" userId="622937de-b148-4a02-aaf3-8ee66594b055" providerId="ADAL" clId="{1824EFC0-EA88-4B8E-AA18-A56E28565D75}" dt="2026-03-28T19:54:41.339" v="8" actId="6549"/>
        <pc:sldMkLst>
          <pc:docMk/>
          <pc:sldMk cId="4132250658" sldId="286"/>
        </pc:sldMkLst>
        <pc:spChg chg="mod">
          <ac:chgData name="Carl Dos Santos - (OUTERJOIN)" userId="622937de-b148-4a02-aaf3-8ee66594b055" providerId="ADAL" clId="{1824EFC0-EA88-4B8E-AA18-A56E28565D75}" dt="2026-03-28T19:54:41.339" v="8" actId="6549"/>
          <ac:spMkLst>
            <pc:docMk/>
            <pc:sldMk cId="4132250658" sldId="286"/>
            <ac:spMk id="2" creationId="{31491CB8-6758-99B6-E084-0C8344FF8A37}"/>
          </ac:spMkLst>
        </pc:spChg>
        <pc:spChg chg="del">
          <ac:chgData name="Carl Dos Santos - (OUTERJOIN)" userId="622937de-b148-4a02-aaf3-8ee66594b055" providerId="ADAL" clId="{1824EFC0-EA88-4B8E-AA18-A56E28565D75}" dt="2026-03-28T19:54:36.586" v="7" actId="478"/>
          <ac:spMkLst>
            <pc:docMk/>
            <pc:sldMk cId="4132250658" sldId="286"/>
            <ac:spMk id="5" creationId="{F871CAEE-C770-20A3-2F79-6B07745BE10A}"/>
          </ac:spMkLst>
        </pc:spChg>
        <pc:spChg chg="del">
          <ac:chgData name="Carl Dos Santos - (OUTERJOIN)" userId="622937de-b148-4a02-aaf3-8ee66594b055" providerId="ADAL" clId="{1824EFC0-EA88-4B8E-AA18-A56E28565D75}" dt="2026-03-28T19:54:33.804" v="6" actId="478"/>
          <ac:spMkLst>
            <pc:docMk/>
            <pc:sldMk cId="4132250658" sldId="286"/>
            <ac:spMk id="6" creationId="{1D2FC023-8E2E-E983-42CB-D322DA1080A1}"/>
          </ac:spMkLst>
        </pc:spChg>
        <pc:spChg chg="del">
          <ac:chgData name="Carl Dos Santos - (OUTERJOIN)" userId="622937de-b148-4a02-aaf3-8ee66594b055" providerId="ADAL" clId="{1824EFC0-EA88-4B8E-AA18-A56E28565D75}" dt="2026-03-28T19:54:36.586" v="7" actId="478"/>
          <ac:spMkLst>
            <pc:docMk/>
            <pc:sldMk cId="4132250658" sldId="286"/>
            <ac:spMk id="9" creationId="{C00449F4-0B2C-1AED-17BF-C858BC60EB38}"/>
          </ac:spMkLst>
        </pc:spChg>
        <pc:spChg chg="del">
          <ac:chgData name="Carl Dos Santos - (OUTERJOIN)" userId="622937de-b148-4a02-aaf3-8ee66594b055" providerId="ADAL" clId="{1824EFC0-EA88-4B8E-AA18-A56E28565D75}" dt="2026-03-28T19:54:33.804" v="6" actId="478"/>
          <ac:spMkLst>
            <pc:docMk/>
            <pc:sldMk cId="4132250658" sldId="286"/>
            <ac:spMk id="10" creationId="{EA747022-1B81-35ED-9E1A-9BAE05936A09}"/>
          </ac:spMkLst>
        </pc:spChg>
        <pc:picChg chg="del">
          <ac:chgData name="Carl Dos Santos - (OUTERJOIN)" userId="622937de-b148-4a02-aaf3-8ee66594b055" providerId="ADAL" clId="{1824EFC0-EA88-4B8E-AA18-A56E28565D75}" dt="2026-03-28T19:54:30.726" v="5" actId="478"/>
          <ac:picMkLst>
            <pc:docMk/>
            <pc:sldMk cId="4132250658" sldId="286"/>
            <ac:picMk id="4" creationId="{6E47AB18-1E9F-0979-E2DB-53D1ADC35CA4}"/>
          </ac:picMkLst>
        </pc:picChg>
        <pc:picChg chg="del">
          <ac:chgData name="Carl Dos Santos - (OUTERJOIN)" userId="622937de-b148-4a02-aaf3-8ee66594b055" providerId="ADAL" clId="{1824EFC0-EA88-4B8E-AA18-A56E28565D75}" dt="2026-03-28T19:54:30.726" v="5" actId="478"/>
          <ac:picMkLst>
            <pc:docMk/>
            <pc:sldMk cId="4132250658" sldId="286"/>
            <ac:picMk id="8" creationId="{B84427B6-7017-D622-7360-07DDA6A7203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6001" y="12"/>
            <a:ext cx="5345988" cy="75599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4628" y="1822240"/>
            <a:ext cx="4320540" cy="174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E6E7E8"/>
                </a:solidFill>
                <a:latin typeface="Lato-Black"/>
                <a:cs typeface="Lato-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204786"/>
            <a:ext cx="10692130" cy="355600"/>
          </a:xfrm>
          <a:custGeom>
            <a:avLst/>
            <a:gdLst/>
            <a:ahLst/>
            <a:cxnLst/>
            <a:rect l="l" t="t" r="r" b="b"/>
            <a:pathLst>
              <a:path w="10692130" h="355600">
                <a:moveTo>
                  <a:pt x="10692003" y="0"/>
                </a:moveTo>
                <a:lnTo>
                  <a:pt x="0" y="0"/>
                </a:lnTo>
                <a:lnTo>
                  <a:pt x="0" y="355219"/>
                </a:lnTo>
                <a:lnTo>
                  <a:pt x="10692003" y="355219"/>
                </a:lnTo>
                <a:lnTo>
                  <a:pt x="10692003" y="0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E6E7E8"/>
                </a:solidFill>
                <a:latin typeface="Lato-Black"/>
                <a:cs typeface="Lato-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E6E7E8"/>
                </a:solidFill>
                <a:latin typeface="Lato-Black"/>
                <a:cs typeface="Lato-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204786"/>
            <a:ext cx="10692003" cy="3552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E6E7E8"/>
                </a:solidFill>
                <a:latin typeface="Lato-Black"/>
                <a:cs typeface="Lato-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9658" y="3606088"/>
            <a:ext cx="2174082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E6E7E8"/>
                </a:solidFill>
                <a:latin typeface="Lato-Black"/>
                <a:cs typeface="Lato-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06430" y="12"/>
            <a:ext cx="3524250" cy="2724785"/>
          </a:xfrm>
          <a:custGeom>
            <a:avLst/>
            <a:gdLst/>
            <a:ahLst/>
            <a:cxnLst/>
            <a:rect l="l" t="t" r="r" b="b"/>
            <a:pathLst>
              <a:path w="3524250" h="2724785">
                <a:moveTo>
                  <a:pt x="3524247" y="2724443"/>
                </a:moveTo>
                <a:lnTo>
                  <a:pt x="2363200" y="521336"/>
                </a:lnTo>
                <a:lnTo>
                  <a:pt x="915057" y="1499350"/>
                </a:lnTo>
                <a:lnTo>
                  <a:pt x="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52521" y="12"/>
            <a:ext cx="1109345" cy="621030"/>
          </a:xfrm>
          <a:custGeom>
            <a:avLst/>
            <a:gdLst/>
            <a:ahLst/>
            <a:cxnLst/>
            <a:rect l="l" t="t" r="r" b="b"/>
            <a:pathLst>
              <a:path w="1109345" h="621030">
                <a:moveTo>
                  <a:pt x="1108726" y="0"/>
                </a:moveTo>
                <a:lnTo>
                  <a:pt x="583500" y="620726"/>
                </a:lnTo>
                <a:lnTo>
                  <a:pt x="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981" y="12"/>
            <a:ext cx="2562860" cy="3023235"/>
          </a:xfrm>
          <a:custGeom>
            <a:avLst/>
            <a:gdLst/>
            <a:ahLst/>
            <a:cxnLst/>
            <a:rect l="l" t="t" r="r" b="b"/>
            <a:pathLst>
              <a:path w="2562860" h="3023235">
                <a:moveTo>
                  <a:pt x="2562838" y="0"/>
                </a:moveTo>
                <a:lnTo>
                  <a:pt x="1520863" y="1923454"/>
                </a:lnTo>
                <a:lnTo>
                  <a:pt x="344436" y="1036511"/>
                </a:lnTo>
                <a:lnTo>
                  <a:pt x="0" y="302269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9361" y="2163140"/>
            <a:ext cx="1122641" cy="11226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67749" y="188226"/>
            <a:ext cx="769365" cy="7693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7590" y="1200975"/>
            <a:ext cx="514350" cy="5143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46497" y="424967"/>
            <a:ext cx="1065263" cy="106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72603" y="1562226"/>
            <a:ext cx="722477" cy="72247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143" y="432460"/>
            <a:ext cx="1208138" cy="12081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51" y="2840037"/>
            <a:ext cx="613028" cy="61301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64302" y="4171713"/>
            <a:ext cx="3962211" cy="46273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94714" y="2730976"/>
            <a:ext cx="1108333" cy="114981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7204786"/>
            <a:ext cx="10692003" cy="3552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1CB8-6758-99B6-E084-0C8344FF8A37}"/>
              </a:ext>
            </a:extLst>
          </p:cNvPr>
          <p:cNvSpPr txBox="1">
            <a:spLocks/>
          </p:cNvSpPr>
          <p:nvPr/>
        </p:nvSpPr>
        <p:spPr>
          <a:xfrm>
            <a:off x="7384" y="148092"/>
            <a:ext cx="10686016" cy="509133"/>
          </a:xfrm>
          <a:prstGeom prst="roundRect">
            <a:avLst>
              <a:gd name="adj" fmla="val 104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ZA" sz="1600" b="1" dirty="0">
              <a:solidFill>
                <a:srgbClr val="414042"/>
              </a:solidFill>
              <a:latin typeface="Arial (Headings)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7138" y="307586"/>
            <a:ext cx="1774601" cy="20724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23757" y="200025"/>
            <a:ext cx="371422" cy="38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50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1323" y="4835555"/>
            <a:ext cx="3524885" cy="2724785"/>
          </a:xfrm>
          <a:custGeom>
            <a:avLst/>
            <a:gdLst/>
            <a:ahLst/>
            <a:cxnLst/>
            <a:rect l="l" t="t" r="r" b="b"/>
            <a:pathLst>
              <a:path w="3524885" h="2724784">
                <a:moveTo>
                  <a:pt x="0" y="0"/>
                </a:moveTo>
                <a:lnTo>
                  <a:pt x="1161046" y="2203107"/>
                </a:lnTo>
                <a:lnTo>
                  <a:pt x="2609189" y="1225092"/>
                </a:lnTo>
                <a:lnTo>
                  <a:pt x="3524257" y="2724449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30742" y="6939272"/>
            <a:ext cx="1109345" cy="621030"/>
          </a:xfrm>
          <a:custGeom>
            <a:avLst/>
            <a:gdLst/>
            <a:ahLst/>
            <a:cxnLst/>
            <a:rect l="l" t="t" r="r" b="b"/>
            <a:pathLst>
              <a:path w="1109345" h="621029">
                <a:moveTo>
                  <a:pt x="0" y="620732"/>
                </a:moveTo>
                <a:lnTo>
                  <a:pt x="525237" y="0"/>
                </a:lnTo>
                <a:lnTo>
                  <a:pt x="1108743" y="620732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816178" y="4537308"/>
            <a:ext cx="2562860" cy="3023235"/>
          </a:xfrm>
          <a:custGeom>
            <a:avLst/>
            <a:gdLst/>
            <a:ahLst/>
            <a:cxnLst/>
            <a:rect l="l" t="t" r="r" b="b"/>
            <a:pathLst>
              <a:path w="2562859" h="3023234">
                <a:moveTo>
                  <a:pt x="0" y="3022696"/>
                </a:moveTo>
                <a:lnTo>
                  <a:pt x="1041978" y="1099235"/>
                </a:lnTo>
                <a:lnTo>
                  <a:pt x="2218405" y="1986178"/>
                </a:lnTo>
                <a:lnTo>
                  <a:pt x="2562842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74235"/>
            <a:ext cx="1122641" cy="11226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4874" y="6602424"/>
            <a:ext cx="769365" cy="7693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0062" y="5844692"/>
            <a:ext cx="514337" cy="51433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0241" y="6069799"/>
            <a:ext cx="1065250" cy="106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96909" y="5275300"/>
            <a:ext cx="722490" cy="7224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24734" y="5919406"/>
            <a:ext cx="1208125" cy="12081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072522" y="4106938"/>
            <a:ext cx="613016" cy="61304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36455" y="1862193"/>
            <a:ext cx="2818246" cy="3291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53877" y="837423"/>
            <a:ext cx="788342" cy="817844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715526" y="3401796"/>
            <a:ext cx="518159" cy="651510"/>
          </a:xfrm>
          <a:custGeom>
            <a:avLst/>
            <a:gdLst/>
            <a:ahLst/>
            <a:cxnLst/>
            <a:rect l="l" t="t" r="r" b="b"/>
            <a:pathLst>
              <a:path w="518160" h="651510">
                <a:moveTo>
                  <a:pt x="517994" y="0"/>
                </a:moveTo>
                <a:lnTo>
                  <a:pt x="0" y="0"/>
                </a:lnTo>
                <a:lnTo>
                  <a:pt x="0" y="119380"/>
                </a:lnTo>
                <a:lnTo>
                  <a:pt x="183400" y="119380"/>
                </a:lnTo>
                <a:lnTo>
                  <a:pt x="183400" y="651510"/>
                </a:lnTo>
                <a:lnTo>
                  <a:pt x="334606" y="651510"/>
                </a:lnTo>
                <a:lnTo>
                  <a:pt x="334606" y="119380"/>
                </a:lnTo>
                <a:lnTo>
                  <a:pt x="517994" y="119380"/>
                </a:lnTo>
                <a:lnTo>
                  <a:pt x="517994" y="0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10018" y="3777212"/>
            <a:ext cx="152400" cy="275590"/>
          </a:xfrm>
          <a:custGeom>
            <a:avLst/>
            <a:gdLst/>
            <a:ahLst/>
            <a:cxnLst/>
            <a:rect l="l" t="t" r="r" b="b"/>
            <a:pathLst>
              <a:path w="152400" h="275589">
                <a:moveTo>
                  <a:pt x="0" y="275589"/>
                </a:moveTo>
                <a:lnTo>
                  <a:pt x="152095" y="275589"/>
                </a:lnTo>
                <a:lnTo>
                  <a:pt x="152095" y="0"/>
                </a:lnTo>
                <a:lnTo>
                  <a:pt x="0" y="0"/>
                </a:lnTo>
                <a:lnTo>
                  <a:pt x="0" y="27558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10013" y="3401301"/>
            <a:ext cx="569595" cy="651510"/>
          </a:xfrm>
          <a:custGeom>
            <a:avLst/>
            <a:gdLst/>
            <a:ahLst/>
            <a:cxnLst/>
            <a:rect l="l" t="t" r="r" b="b"/>
            <a:pathLst>
              <a:path w="569595" h="651510">
                <a:moveTo>
                  <a:pt x="568998" y="0"/>
                </a:moveTo>
                <a:lnTo>
                  <a:pt x="416902" y="0"/>
                </a:lnTo>
                <a:lnTo>
                  <a:pt x="416902" y="271780"/>
                </a:lnTo>
                <a:lnTo>
                  <a:pt x="152095" y="271780"/>
                </a:lnTo>
                <a:lnTo>
                  <a:pt x="152095" y="0"/>
                </a:lnTo>
                <a:lnTo>
                  <a:pt x="0" y="0"/>
                </a:lnTo>
                <a:lnTo>
                  <a:pt x="0" y="271780"/>
                </a:lnTo>
                <a:lnTo>
                  <a:pt x="0" y="375920"/>
                </a:lnTo>
                <a:lnTo>
                  <a:pt x="416902" y="375920"/>
                </a:lnTo>
                <a:lnTo>
                  <a:pt x="416902" y="651510"/>
                </a:lnTo>
                <a:lnTo>
                  <a:pt x="568998" y="651510"/>
                </a:lnTo>
                <a:lnTo>
                  <a:pt x="568998" y="375920"/>
                </a:lnTo>
                <a:lnTo>
                  <a:pt x="568998" y="271780"/>
                </a:lnTo>
                <a:lnTo>
                  <a:pt x="568998" y="0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30436" y="3401288"/>
            <a:ext cx="659765" cy="652145"/>
          </a:xfrm>
          <a:custGeom>
            <a:avLst/>
            <a:gdLst/>
            <a:ahLst/>
            <a:cxnLst/>
            <a:rect l="l" t="t" r="r" b="b"/>
            <a:pathLst>
              <a:path w="659764" h="652145">
                <a:moveTo>
                  <a:pt x="407073" y="0"/>
                </a:moveTo>
                <a:lnTo>
                  <a:pt x="252285" y="0"/>
                </a:lnTo>
                <a:lnTo>
                  <a:pt x="0" y="651751"/>
                </a:lnTo>
                <a:lnTo>
                  <a:pt x="118097" y="651751"/>
                </a:lnTo>
                <a:lnTo>
                  <a:pt x="155515" y="636498"/>
                </a:lnTo>
                <a:lnTo>
                  <a:pt x="205765" y="505485"/>
                </a:lnTo>
                <a:lnTo>
                  <a:pt x="602740" y="505485"/>
                </a:lnTo>
                <a:lnTo>
                  <a:pt x="562911" y="402589"/>
                </a:lnTo>
                <a:lnTo>
                  <a:pt x="240665" y="402589"/>
                </a:lnTo>
                <a:lnTo>
                  <a:pt x="300609" y="225005"/>
                </a:lnTo>
                <a:lnTo>
                  <a:pt x="314921" y="184746"/>
                </a:lnTo>
                <a:lnTo>
                  <a:pt x="325870" y="147383"/>
                </a:lnTo>
                <a:lnTo>
                  <a:pt x="329234" y="134200"/>
                </a:lnTo>
                <a:lnTo>
                  <a:pt x="459020" y="134200"/>
                </a:lnTo>
                <a:lnTo>
                  <a:pt x="407073" y="0"/>
                </a:lnTo>
                <a:close/>
              </a:path>
              <a:path w="659764" h="652145">
                <a:moveTo>
                  <a:pt x="602740" y="505485"/>
                </a:moveTo>
                <a:lnTo>
                  <a:pt x="453593" y="505485"/>
                </a:lnTo>
                <a:lnTo>
                  <a:pt x="492061" y="619099"/>
                </a:lnTo>
                <a:lnTo>
                  <a:pt x="524376" y="649462"/>
                </a:lnTo>
                <a:lnTo>
                  <a:pt x="542163" y="651751"/>
                </a:lnTo>
                <a:lnTo>
                  <a:pt x="659358" y="651751"/>
                </a:lnTo>
                <a:lnTo>
                  <a:pt x="602740" y="505485"/>
                </a:lnTo>
                <a:close/>
              </a:path>
              <a:path w="659764" h="652145">
                <a:moveTo>
                  <a:pt x="459020" y="134200"/>
                </a:moveTo>
                <a:lnTo>
                  <a:pt x="329234" y="134200"/>
                </a:lnTo>
                <a:lnTo>
                  <a:pt x="333097" y="147590"/>
                </a:lnTo>
                <a:lnTo>
                  <a:pt x="344436" y="184073"/>
                </a:lnTo>
                <a:lnTo>
                  <a:pt x="358749" y="224116"/>
                </a:lnTo>
                <a:lnTo>
                  <a:pt x="419150" y="402589"/>
                </a:lnTo>
                <a:lnTo>
                  <a:pt x="562911" y="402589"/>
                </a:lnTo>
                <a:lnTo>
                  <a:pt x="459020" y="134200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41238" y="3401292"/>
            <a:ext cx="569595" cy="652145"/>
          </a:xfrm>
          <a:custGeom>
            <a:avLst/>
            <a:gdLst/>
            <a:ahLst/>
            <a:cxnLst/>
            <a:rect l="l" t="t" r="r" b="b"/>
            <a:pathLst>
              <a:path w="569595" h="652145">
                <a:moveTo>
                  <a:pt x="568998" y="0"/>
                </a:moveTo>
                <a:lnTo>
                  <a:pt x="435686" y="0"/>
                </a:lnTo>
                <a:lnTo>
                  <a:pt x="435741" y="352842"/>
                </a:lnTo>
                <a:lnTo>
                  <a:pt x="436587" y="378206"/>
                </a:lnTo>
                <a:lnTo>
                  <a:pt x="437807" y="396160"/>
                </a:lnTo>
                <a:lnTo>
                  <a:pt x="439712" y="414667"/>
                </a:lnTo>
                <a:lnTo>
                  <a:pt x="129717" y="23266"/>
                </a:lnTo>
                <a:lnTo>
                  <a:pt x="91693" y="292"/>
                </a:lnTo>
                <a:lnTo>
                  <a:pt x="86169" y="0"/>
                </a:lnTo>
                <a:lnTo>
                  <a:pt x="0" y="0"/>
                </a:lnTo>
                <a:lnTo>
                  <a:pt x="0" y="651751"/>
                </a:lnTo>
                <a:lnTo>
                  <a:pt x="133299" y="651751"/>
                </a:lnTo>
                <a:lnTo>
                  <a:pt x="133258" y="295107"/>
                </a:lnTo>
                <a:lnTo>
                  <a:pt x="132226" y="263515"/>
                </a:lnTo>
                <a:lnTo>
                  <a:pt x="130162" y="237972"/>
                </a:lnTo>
                <a:lnTo>
                  <a:pt x="437489" y="626694"/>
                </a:lnTo>
                <a:lnTo>
                  <a:pt x="474214" y="650351"/>
                </a:lnTo>
                <a:lnTo>
                  <a:pt x="490270" y="651751"/>
                </a:lnTo>
                <a:lnTo>
                  <a:pt x="568998" y="651751"/>
                </a:lnTo>
                <a:lnTo>
                  <a:pt x="568998" y="0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36383" y="3401295"/>
            <a:ext cx="583565" cy="652145"/>
          </a:xfrm>
          <a:custGeom>
            <a:avLst/>
            <a:gdLst/>
            <a:ahLst/>
            <a:cxnLst/>
            <a:rect l="l" t="t" r="r" b="b"/>
            <a:pathLst>
              <a:path w="583564" h="652145">
                <a:moveTo>
                  <a:pt x="567194" y="0"/>
                </a:moveTo>
                <a:lnTo>
                  <a:pt x="435673" y="0"/>
                </a:lnTo>
                <a:lnTo>
                  <a:pt x="424958" y="404"/>
                </a:lnTo>
                <a:lnTo>
                  <a:pt x="383849" y="15600"/>
                </a:lnTo>
                <a:lnTo>
                  <a:pt x="223646" y="242887"/>
                </a:lnTo>
                <a:lnTo>
                  <a:pt x="215096" y="252088"/>
                </a:lnTo>
                <a:lnTo>
                  <a:pt x="204192" y="258660"/>
                </a:lnTo>
                <a:lnTo>
                  <a:pt x="190937" y="262604"/>
                </a:lnTo>
                <a:lnTo>
                  <a:pt x="175336" y="263918"/>
                </a:lnTo>
                <a:lnTo>
                  <a:pt x="151180" y="263918"/>
                </a:lnTo>
                <a:lnTo>
                  <a:pt x="151180" y="0"/>
                </a:lnTo>
                <a:lnTo>
                  <a:pt x="0" y="0"/>
                </a:lnTo>
                <a:lnTo>
                  <a:pt x="0" y="651751"/>
                </a:lnTo>
                <a:lnTo>
                  <a:pt x="151180" y="651751"/>
                </a:lnTo>
                <a:lnTo>
                  <a:pt x="151180" y="374408"/>
                </a:lnTo>
                <a:lnTo>
                  <a:pt x="187871" y="374408"/>
                </a:lnTo>
                <a:lnTo>
                  <a:pt x="227075" y="382585"/>
                </a:lnTo>
                <a:lnTo>
                  <a:pt x="392137" y="628484"/>
                </a:lnTo>
                <a:lnTo>
                  <a:pt x="395274" y="632434"/>
                </a:lnTo>
                <a:lnTo>
                  <a:pt x="432168" y="651154"/>
                </a:lnTo>
                <a:lnTo>
                  <a:pt x="439559" y="651751"/>
                </a:lnTo>
                <a:lnTo>
                  <a:pt x="583298" y="651751"/>
                </a:lnTo>
                <a:lnTo>
                  <a:pt x="386473" y="349364"/>
                </a:lnTo>
                <a:lnTo>
                  <a:pt x="360527" y="320281"/>
                </a:lnTo>
                <a:lnTo>
                  <a:pt x="329666" y="302831"/>
                </a:lnTo>
                <a:lnTo>
                  <a:pt x="341327" y="295842"/>
                </a:lnTo>
                <a:lnTo>
                  <a:pt x="352594" y="286953"/>
                </a:lnTo>
                <a:lnTo>
                  <a:pt x="363469" y="276163"/>
                </a:lnTo>
                <a:lnTo>
                  <a:pt x="373951" y="263474"/>
                </a:lnTo>
                <a:lnTo>
                  <a:pt x="567194" y="0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62370" y="3394138"/>
            <a:ext cx="1273175" cy="666115"/>
          </a:xfrm>
          <a:custGeom>
            <a:avLst/>
            <a:gdLst/>
            <a:ahLst/>
            <a:cxnLst/>
            <a:rect l="l" t="t" r="r" b="b"/>
            <a:pathLst>
              <a:path w="1273175" h="666114">
                <a:moveTo>
                  <a:pt x="623570" y="7162"/>
                </a:moveTo>
                <a:lnTo>
                  <a:pt x="483108" y="7162"/>
                </a:lnTo>
                <a:lnTo>
                  <a:pt x="477367" y="8140"/>
                </a:lnTo>
                <a:lnTo>
                  <a:pt x="444792" y="32067"/>
                </a:lnTo>
                <a:lnTo>
                  <a:pt x="348919" y="229476"/>
                </a:lnTo>
                <a:lnTo>
                  <a:pt x="338010" y="250786"/>
                </a:lnTo>
                <a:lnTo>
                  <a:pt x="328561" y="270865"/>
                </a:lnTo>
                <a:lnTo>
                  <a:pt x="320332" y="290258"/>
                </a:lnTo>
                <a:lnTo>
                  <a:pt x="313118" y="309549"/>
                </a:lnTo>
                <a:lnTo>
                  <a:pt x="309397" y="300113"/>
                </a:lnTo>
                <a:lnTo>
                  <a:pt x="301129" y="280987"/>
                </a:lnTo>
                <a:lnTo>
                  <a:pt x="291744" y="261391"/>
                </a:lnTo>
                <a:lnTo>
                  <a:pt x="275551" y="229476"/>
                </a:lnTo>
                <a:lnTo>
                  <a:pt x="183400" y="39814"/>
                </a:lnTo>
                <a:lnTo>
                  <a:pt x="150914" y="9461"/>
                </a:lnTo>
                <a:lnTo>
                  <a:pt x="133299" y="7162"/>
                </a:lnTo>
                <a:lnTo>
                  <a:pt x="0" y="7162"/>
                </a:lnTo>
                <a:lnTo>
                  <a:pt x="236194" y="411099"/>
                </a:lnTo>
                <a:lnTo>
                  <a:pt x="236194" y="658914"/>
                </a:lnTo>
                <a:lnTo>
                  <a:pt x="387388" y="658914"/>
                </a:lnTo>
                <a:lnTo>
                  <a:pt x="387388" y="411099"/>
                </a:lnTo>
                <a:lnTo>
                  <a:pt x="623570" y="7162"/>
                </a:lnTo>
                <a:close/>
              </a:path>
              <a:path w="1273175" h="666114">
                <a:moveTo>
                  <a:pt x="1273098" y="332803"/>
                </a:moveTo>
                <a:lnTo>
                  <a:pt x="1267002" y="264934"/>
                </a:lnTo>
                <a:lnTo>
                  <a:pt x="1248727" y="201739"/>
                </a:lnTo>
                <a:lnTo>
                  <a:pt x="1219352" y="144945"/>
                </a:lnTo>
                <a:lnTo>
                  <a:pt x="1180045" y="96177"/>
                </a:lnTo>
                <a:lnTo>
                  <a:pt x="1131227" y="56210"/>
                </a:lnTo>
                <a:lnTo>
                  <a:pt x="1118323" y="48590"/>
                </a:lnTo>
                <a:lnTo>
                  <a:pt x="1118323" y="332803"/>
                </a:lnTo>
                <a:lnTo>
                  <a:pt x="1117536" y="356565"/>
                </a:lnTo>
                <a:lnTo>
                  <a:pt x="1111275" y="400291"/>
                </a:lnTo>
                <a:lnTo>
                  <a:pt x="1098842" y="438861"/>
                </a:lnTo>
                <a:lnTo>
                  <a:pt x="1069784" y="485787"/>
                </a:lnTo>
                <a:lnTo>
                  <a:pt x="1028636" y="518883"/>
                </a:lnTo>
                <a:lnTo>
                  <a:pt x="975956" y="537286"/>
                </a:lnTo>
                <a:lnTo>
                  <a:pt x="934923" y="540804"/>
                </a:lnTo>
                <a:lnTo>
                  <a:pt x="913599" y="539927"/>
                </a:lnTo>
                <a:lnTo>
                  <a:pt x="874560" y="532879"/>
                </a:lnTo>
                <a:lnTo>
                  <a:pt x="825322" y="509460"/>
                </a:lnTo>
                <a:lnTo>
                  <a:pt x="788098" y="471627"/>
                </a:lnTo>
                <a:lnTo>
                  <a:pt x="763143" y="420255"/>
                </a:lnTo>
                <a:lnTo>
                  <a:pt x="753745" y="379056"/>
                </a:lnTo>
                <a:lnTo>
                  <a:pt x="750620" y="332803"/>
                </a:lnTo>
                <a:lnTo>
                  <a:pt x="751395" y="309257"/>
                </a:lnTo>
                <a:lnTo>
                  <a:pt x="757656" y="265747"/>
                </a:lnTo>
                <a:lnTo>
                  <a:pt x="770089" y="227203"/>
                </a:lnTo>
                <a:lnTo>
                  <a:pt x="799160" y="180263"/>
                </a:lnTo>
                <a:lnTo>
                  <a:pt x="840409" y="147066"/>
                </a:lnTo>
                <a:lnTo>
                  <a:pt x="893483" y="128384"/>
                </a:lnTo>
                <a:lnTo>
                  <a:pt x="934923" y="124802"/>
                </a:lnTo>
                <a:lnTo>
                  <a:pt x="956017" y="125704"/>
                </a:lnTo>
                <a:lnTo>
                  <a:pt x="994714" y="132854"/>
                </a:lnTo>
                <a:lnTo>
                  <a:pt x="1043673" y="156565"/>
                </a:lnTo>
                <a:lnTo>
                  <a:pt x="1080833" y="194437"/>
                </a:lnTo>
                <a:lnTo>
                  <a:pt x="1105801" y="245795"/>
                </a:lnTo>
                <a:lnTo>
                  <a:pt x="1115187" y="286905"/>
                </a:lnTo>
                <a:lnTo>
                  <a:pt x="1118323" y="332803"/>
                </a:lnTo>
                <a:lnTo>
                  <a:pt x="1118323" y="48590"/>
                </a:lnTo>
                <a:lnTo>
                  <a:pt x="1073365" y="25717"/>
                </a:lnTo>
                <a:lnTo>
                  <a:pt x="1007554" y="6438"/>
                </a:lnTo>
                <a:lnTo>
                  <a:pt x="934923" y="0"/>
                </a:lnTo>
                <a:lnTo>
                  <a:pt x="897623" y="1612"/>
                </a:lnTo>
                <a:lnTo>
                  <a:pt x="828395" y="14351"/>
                </a:lnTo>
                <a:lnTo>
                  <a:pt x="766064" y="39458"/>
                </a:lnTo>
                <a:lnTo>
                  <a:pt x="712495" y="74574"/>
                </a:lnTo>
                <a:lnTo>
                  <a:pt x="668108" y="119113"/>
                </a:lnTo>
                <a:lnTo>
                  <a:pt x="633666" y="171894"/>
                </a:lnTo>
                <a:lnTo>
                  <a:pt x="609561" y="232333"/>
                </a:lnTo>
                <a:lnTo>
                  <a:pt x="597369" y="298094"/>
                </a:lnTo>
                <a:lnTo>
                  <a:pt x="595845" y="332803"/>
                </a:lnTo>
                <a:lnTo>
                  <a:pt x="597369" y="367538"/>
                </a:lnTo>
                <a:lnTo>
                  <a:pt x="609561" y="433298"/>
                </a:lnTo>
                <a:lnTo>
                  <a:pt x="633666" y="493750"/>
                </a:lnTo>
                <a:lnTo>
                  <a:pt x="668108" y="546646"/>
                </a:lnTo>
                <a:lnTo>
                  <a:pt x="712495" y="591375"/>
                </a:lnTo>
                <a:lnTo>
                  <a:pt x="766064" y="626605"/>
                </a:lnTo>
                <a:lnTo>
                  <a:pt x="828395" y="651725"/>
                </a:lnTo>
                <a:lnTo>
                  <a:pt x="897724" y="664476"/>
                </a:lnTo>
                <a:lnTo>
                  <a:pt x="934923" y="666064"/>
                </a:lnTo>
                <a:lnTo>
                  <a:pt x="972083" y="664476"/>
                </a:lnTo>
                <a:lnTo>
                  <a:pt x="1041311" y="651725"/>
                </a:lnTo>
                <a:lnTo>
                  <a:pt x="1103426" y="626605"/>
                </a:lnTo>
                <a:lnTo>
                  <a:pt x="1156766" y="591375"/>
                </a:lnTo>
                <a:lnTo>
                  <a:pt x="1200950" y="546646"/>
                </a:lnTo>
                <a:lnTo>
                  <a:pt x="1205166" y="540804"/>
                </a:lnTo>
                <a:lnTo>
                  <a:pt x="1219352" y="521195"/>
                </a:lnTo>
                <a:lnTo>
                  <a:pt x="1248727" y="464324"/>
                </a:lnTo>
                <a:lnTo>
                  <a:pt x="1267002" y="401027"/>
                </a:lnTo>
                <a:lnTo>
                  <a:pt x="1271574" y="367538"/>
                </a:lnTo>
                <a:lnTo>
                  <a:pt x="1273098" y="3328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16424" y="3401286"/>
            <a:ext cx="560070" cy="659130"/>
          </a:xfrm>
          <a:custGeom>
            <a:avLst/>
            <a:gdLst/>
            <a:ahLst/>
            <a:cxnLst/>
            <a:rect l="l" t="t" r="r" b="b"/>
            <a:pathLst>
              <a:path w="560070" h="659129">
                <a:moveTo>
                  <a:pt x="560057" y="0"/>
                </a:moveTo>
                <a:lnTo>
                  <a:pt x="408863" y="0"/>
                </a:lnTo>
                <a:lnTo>
                  <a:pt x="408863" y="386041"/>
                </a:lnTo>
                <a:lnTo>
                  <a:pt x="408318" y="402808"/>
                </a:lnTo>
                <a:lnTo>
                  <a:pt x="400138" y="447548"/>
                </a:lnTo>
                <a:lnTo>
                  <a:pt x="382647" y="483491"/>
                </a:lnTo>
                <a:lnTo>
                  <a:pt x="345881" y="516674"/>
                </a:lnTo>
                <a:lnTo>
                  <a:pt x="308825" y="529799"/>
                </a:lnTo>
                <a:lnTo>
                  <a:pt x="280034" y="532320"/>
                </a:lnTo>
                <a:lnTo>
                  <a:pt x="265223" y="531689"/>
                </a:lnTo>
                <a:lnTo>
                  <a:pt x="225678" y="522249"/>
                </a:lnTo>
                <a:lnTo>
                  <a:pt x="185191" y="493179"/>
                </a:lnTo>
                <a:lnTo>
                  <a:pt x="164769" y="460133"/>
                </a:lnTo>
                <a:lnTo>
                  <a:pt x="153379" y="418203"/>
                </a:lnTo>
                <a:lnTo>
                  <a:pt x="151193" y="385597"/>
                </a:lnTo>
                <a:lnTo>
                  <a:pt x="151193" y="0"/>
                </a:lnTo>
                <a:lnTo>
                  <a:pt x="0" y="0"/>
                </a:lnTo>
                <a:lnTo>
                  <a:pt x="0" y="386041"/>
                </a:lnTo>
                <a:lnTo>
                  <a:pt x="1202" y="415402"/>
                </a:lnTo>
                <a:lnTo>
                  <a:pt x="10822" y="470422"/>
                </a:lnTo>
                <a:lnTo>
                  <a:pt x="29922" y="520266"/>
                </a:lnTo>
                <a:lnTo>
                  <a:pt x="57659" y="563438"/>
                </a:lnTo>
                <a:lnTo>
                  <a:pt x="93802" y="599531"/>
                </a:lnTo>
                <a:lnTo>
                  <a:pt x="137859" y="627711"/>
                </a:lnTo>
                <a:lnTo>
                  <a:pt x="189611" y="647587"/>
                </a:lnTo>
                <a:lnTo>
                  <a:pt x="248214" y="657654"/>
                </a:lnTo>
                <a:lnTo>
                  <a:pt x="280034" y="658914"/>
                </a:lnTo>
                <a:lnTo>
                  <a:pt x="311650" y="657654"/>
                </a:lnTo>
                <a:lnTo>
                  <a:pt x="370023" y="647587"/>
                </a:lnTo>
                <a:lnTo>
                  <a:pt x="421741" y="627711"/>
                </a:lnTo>
                <a:lnTo>
                  <a:pt x="465808" y="599531"/>
                </a:lnTo>
                <a:lnTo>
                  <a:pt x="501972" y="563438"/>
                </a:lnTo>
                <a:lnTo>
                  <a:pt x="529818" y="520266"/>
                </a:lnTo>
                <a:lnTo>
                  <a:pt x="549111" y="470422"/>
                </a:lnTo>
                <a:lnTo>
                  <a:pt x="558840" y="415402"/>
                </a:lnTo>
                <a:lnTo>
                  <a:pt x="560057" y="386041"/>
                </a:lnTo>
                <a:lnTo>
                  <a:pt x="560057" y="0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2b2f8fc9-3163-46cf-a1d3-b0257177227e">Active</Status>
    <lcf76f155ced4ddcb4097134ff3c332f xmlns="2b2f8fc9-3163-46cf-a1d3-b0257177227e">
      <Terms xmlns="http://schemas.microsoft.com/office/infopath/2007/PartnerControls"/>
    </lcf76f155ced4ddcb4097134ff3c332f>
    <TaxCatchAll xmlns="fbec80c0-2b98-44e5-82ef-da268a04bbba" xsi:nil="true"/>
    <CAM xmlns="2b2f8fc9-3163-46cf-a1d3-b0257177227e">
      <UserInfo>
        <DisplayName/>
        <AccountId xsi:nil="true"/>
        <AccountType/>
      </UserInfo>
    </CAM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2E9853BCC8E5428AED42C0E7EBA6A4" ma:contentTypeVersion="21" ma:contentTypeDescription="Create a new document." ma:contentTypeScope="" ma:versionID="acad6b53d5e3eee5ecd228673384ae6b">
  <xsd:schema xmlns:xsd="http://www.w3.org/2001/XMLSchema" xmlns:xs="http://www.w3.org/2001/XMLSchema" xmlns:p="http://schemas.microsoft.com/office/2006/metadata/properties" xmlns:ns2="2b2f8fc9-3163-46cf-a1d3-b0257177227e" xmlns:ns3="fbec80c0-2b98-44e5-82ef-da268a04bbba" targetNamespace="http://schemas.microsoft.com/office/2006/metadata/properties" ma:root="true" ma:fieldsID="8931064e32b60695cb47de500229f9be" ns2:_="" ns3:_="">
    <xsd:import namespace="2b2f8fc9-3163-46cf-a1d3-b0257177227e"/>
    <xsd:import namespace="fbec80c0-2b98-44e5-82ef-da268a04bb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Statu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CA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2f8fc9-3163-46cf-a1d3-b025717722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Status" ma:index="12" nillable="true" ma:displayName="Status" ma:default="Active" ma:format="Dropdown" ma:internalName="Status">
      <xsd:simpleType>
        <xsd:restriction base="dms:Choice">
          <xsd:enumeration value="Active"/>
          <xsd:enumeration value="Closed"/>
          <xsd:enumeration value="Active-Cold"/>
        </xsd:restriction>
      </xsd:simpleType>
    </xsd:element>
    <xsd:element name="MediaServiceAutoTags" ma:index="13" nillable="true" ma:displayName="Tags-Cams" ma:description="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4c5de25d-b30c-4155-b020-3ca296f852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CAM" ma:index="28" nillable="true" ma:displayName="CAM" ma:format="Dropdown" ma:list="UserInfo" ma:SharePointGroup="0" ma:internalName="CAM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ec80c0-2b98-44e5-82ef-da268a04bbb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06955df-ca01-4777-8011-c3c79bad6889}" ma:internalName="TaxCatchAll" ma:showField="CatchAllData" ma:web="fbec80c0-2b98-44e5-82ef-da268a04bb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57A602-9660-400D-AF45-DFDBDDD4BCF1}">
  <ds:schemaRefs>
    <ds:schemaRef ds:uri="http://schemas.microsoft.com/office/2006/metadata/properties"/>
    <ds:schemaRef ds:uri="http://schemas.microsoft.com/office/infopath/2007/PartnerControls"/>
    <ds:schemaRef ds:uri="2b2f8fc9-3163-46cf-a1d3-b0257177227e"/>
    <ds:schemaRef ds:uri="fbec80c0-2b98-44e5-82ef-da268a04bbba"/>
  </ds:schemaRefs>
</ds:datastoreItem>
</file>

<file path=customXml/itemProps2.xml><?xml version="1.0" encoding="utf-8"?>
<ds:datastoreItem xmlns:ds="http://schemas.openxmlformats.org/officeDocument/2006/customXml" ds:itemID="{EBCDB1C3-B46E-48A3-BBB4-2A38E37FF0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7834A3-579D-4059-847E-250ED2E0F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2f8fc9-3163-46cf-a1d3-b0257177227e"/>
    <ds:schemaRef ds:uri="fbec80c0-2b98-44e5-82ef-da268a04bb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 (Headings)</vt:lpstr>
      <vt:lpstr>Calibri</vt:lpstr>
      <vt:lpstr>Lato-Black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Activation Report Template</dc:title>
  <cp:lastModifiedBy>Carl Dos Santos - (OUTERJOIN)</cp:lastModifiedBy>
  <cp:revision>6</cp:revision>
  <dcterms:created xsi:type="dcterms:W3CDTF">2022-10-18T09:33:43Z</dcterms:created>
  <dcterms:modified xsi:type="dcterms:W3CDTF">2026-03-28T19:54:46Z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2022-10-18T00:00:00Z</vt:filetime>
  </property>
  <property fmtid="{D5CDD505-2E9C-101B-9397-08002B2CF9AE}" pid="3" name="Creator">
    <vt:lpwstr>Adobe Illustrator 26.5 (Macintosh)</vt:lpwstr>
  </property>
  <property fmtid="{D5CDD505-2E9C-101B-9397-08002B2CF9AE}" pid="4" name="LastSaved">
    <vt:filetime>2022-10-18T00:00:00Z</vt:filetime>
  </property>
  <property fmtid="{D5CDD505-2E9C-101B-9397-08002B2CF9AE}" pid="5" name="Producer">
    <vt:lpwstr>Adobe PDF library 16.07</vt:lpwstr>
  </property>
  <property fmtid="{D5CDD505-2E9C-101B-9397-08002B2CF9AE}" pid="6" name="ContentTypeId">
    <vt:lpwstr>0x0101003D2E9853BCC8E5428AED42C0E7EBA6A4</vt:lpwstr>
  </property>
  <property fmtid="{D5CDD505-2E9C-101B-9397-08002B2CF9AE}" pid="7" name="MediaServiceImageTags">
    <vt:lpwstr/>
  </property>
</Properties>
</file>